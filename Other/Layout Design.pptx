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D5D6-5245-BCE8-ACBF-4EAD015FA6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ABA5D3-648F-8F15-8E79-16D6D0B77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BBEE7-F44C-95F7-ED9B-648D73B22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B79BC-F089-4748-EE02-3C8B6C4B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786DE-5AD5-EF47-F37B-32E08937C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25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7F117-45DF-F693-F253-87764D43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80ADD-600E-67A4-4B50-44B8F1D4A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B4BC8-398C-8A22-D89B-1425C0C59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BD155-3BD9-5F27-BBA8-3950E325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7FF1A-7939-9D5E-ED1A-54DFB394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27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3EB52-A1B8-83D9-27E7-07AC04DA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254D0A-7881-3F62-AEF3-4FE8B3DFA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494CD-ACF4-18B2-EE16-0BA73D12C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9E3-8E5C-7219-3DC1-58821BFC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BFD75-FEFA-3DBD-BEBF-6C7655085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11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2A464-ADE9-D7A2-4089-1189C1B7D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58800-6FDE-3F8B-3CDC-2C0A047E2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62258-80A2-36E8-C82F-A0F9D2C341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57636-0CB2-3BE7-A22F-48CFDB1BC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32231-5932-1B93-424F-5F80099E2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A79A05-EB3A-E0BC-8B79-61E3B075B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097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0BD9-0DDE-834B-C6EA-14CD3F364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B0DC2-7917-5DB1-8BDE-4A3550067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DDCF9-E37D-0B11-F8C2-BD9692C19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93D674-5A0C-D340-68A7-9B307EB8BF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76AF1F-DA0B-5D38-5159-805F81FEE5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4C4C50-7C5B-8C54-01C5-2E780498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67034-5968-3CA4-83F6-3B1232682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DD922-5670-F389-49FE-59FEE7D3B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59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F6A2-D598-7B18-F2EC-CACA720EE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45F07-65E1-040F-EE11-C5984A04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67BF19-3EBC-2FF2-60D9-F2BA5BC2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D3ABC1-5254-0B28-3921-BEE4CEDFC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72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15625-6072-CBC6-97C3-AFAF2F45C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05B24-CAD9-3F53-056E-4E94D1BA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B309E-0C0A-8CA5-4A3C-01D1A49C5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5910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1BD4-443A-86AE-1329-2ADCF34A7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E3577-0BAA-9C62-E16E-33E981A9F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D26392-9084-B522-C958-676B0AF08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C7FEDF-FCFE-9BBD-EE96-F99AA01D3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80C64C-1844-05F6-F0CB-531DBA9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982AC-7C92-4565-4D74-A1BCF644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088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2F14-BC54-9628-C6FB-77746462D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03262-D9C8-8F82-A605-0EE8290F5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3E3D1B-C05E-FDEA-CD49-41DCB5E67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5699A6-7AD7-942F-0E22-A32925CE7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93BAA-2F6F-31DE-30D0-6761EC7FF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980A7-A655-EA86-0CE2-18A3C2A92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68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ED91A-D6E4-4AF1-8B51-E64959AC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1C678-BBD3-899E-367F-D93CE047F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7D010-1061-BC81-2F0C-2A4507D1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4AD22-3CA0-580F-2595-1E99D642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77767-FDF6-67BD-F85A-48A5F8EA0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72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DAB8D-B930-BD0B-81F1-785E0C0F2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FEC1D8-0154-D039-C7EA-9098592F3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A75BB-E6EC-B741-8978-9DC038E1E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43482-A1BD-1BBB-556E-6BADD10A4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DFEA5-9546-0A15-48A7-4407396B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2595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1D42F0-6912-2FC5-7C9B-1BEF510BA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53290-E483-0D69-931C-50E94A7B7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DFC24-6E30-19A8-751B-3CF736C55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F5219-3952-4099-A8B9-9A9CE181B84F}" type="datetimeFigureOut">
              <a:rPr lang="en-GB" smtClean="0"/>
              <a:t>06/02/2026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C9EDE-68E5-4C3A-3357-DE572D6067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8EA43-1B25-CE7C-FCD8-334D7FC1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A118B-C6B6-4578-A717-EC23761BCCB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212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E199E3-F99C-3F39-1886-133B0BDA9E9E}"/>
              </a:ext>
            </a:extLst>
          </p:cNvPr>
          <p:cNvSpPr/>
          <p:nvPr/>
        </p:nvSpPr>
        <p:spPr>
          <a:xfrm>
            <a:off x="0" y="1"/>
            <a:ext cx="12192000" cy="10591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D76EA-66FD-9BDC-06BA-0EA8D4A7E62E}"/>
              </a:ext>
            </a:extLst>
          </p:cNvPr>
          <p:cNvSpPr/>
          <p:nvPr/>
        </p:nvSpPr>
        <p:spPr>
          <a:xfrm>
            <a:off x="0" y="1059125"/>
            <a:ext cx="12192000" cy="57988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7A030-3EDD-0B46-B147-F9D913827D42}"/>
              </a:ext>
            </a:extLst>
          </p:cNvPr>
          <p:cNvSpPr txBox="1"/>
          <p:nvPr/>
        </p:nvSpPr>
        <p:spPr>
          <a:xfrm>
            <a:off x="78941" y="114065"/>
            <a:ext cx="5453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RetroWare.STORE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OCRB" panose="020B0609020202020204" pitchFamily="49" charset="0"/>
            </a:endParaRPr>
          </a:p>
          <a:p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The best tech since 19XX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E7F71-FBF9-8A00-C170-26E9C736B9FC}"/>
              </a:ext>
            </a:extLst>
          </p:cNvPr>
          <p:cNvSpPr txBox="1"/>
          <p:nvPr/>
        </p:nvSpPr>
        <p:spPr>
          <a:xfrm>
            <a:off x="112929" y="1173188"/>
            <a:ext cx="1196614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.This is the generic text that will pop up.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pPr marL="171450" indent="-171450">
              <a:buFontTx/>
              <a:buChar char="-"/>
            </a:pPr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Lists will come up</a:t>
            </a:r>
          </a:p>
          <a:p>
            <a:pPr marL="171450" indent="-171450">
              <a:buFontTx/>
              <a:buChar char="-"/>
            </a:pPr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I </a:t>
            </a:r>
            <a:r>
              <a:rPr lang="en-GB" sz="1400" dirty="0" err="1">
                <a:solidFill>
                  <a:schemeClr val="accent6">
                    <a:lumMod val="75000"/>
                  </a:schemeClr>
                </a:solidFill>
              </a:rPr>
              <a:t>pinky</a:t>
            </a:r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 promise they will</a:t>
            </a:r>
          </a:p>
          <a:p>
            <a:pPr marL="171450" indent="-171450">
              <a:buFontTx/>
              <a:buChar char="-"/>
            </a:pPr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Wow look at this really cool list with the dashes!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.The text below me are buttons that will display new text to the screen when pressed.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.It looks cool to have each line that isn’t a command or list item start with a period </a:t>
            </a:r>
            <a:r>
              <a:rPr lang="en-GB" sz="1400" dirty="0" err="1">
                <a:solidFill>
                  <a:schemeClr val="accent6">
                    <a:lumMod val="75000"/>
                  </a:schemeClr>
                </a:solidFill>
              </a:rPr>
              <a:t>ig</a:t>
            </a:r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, makes blank space look more interesting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.For thematic reasoning, they will always use !Show as the argument and use either .txt .bmp or .</a:t>
            </a:r>
            <a:r>
              <a:rPr lang="en-GB" sz="1400" dirty="0" err="1">
                <a:solidFill>
                  <a:schemeClr val="accent6">
                    <a:lumMod val="75000"/>
                  </a:schemeClr>
                </a:solidFill>
              </a:rPr>
              <a:t>obj</a:t>
            </a:r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 for thematic consistency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en-GB" sz="1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!Show 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BasicText</a:t>
            </a:r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/Info.txt;</a:t>
            </a: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!Show Assets/Advertisement.bmp;</a:t>
            </a: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!Run Storefront/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ModelView</a:t>
            </a:r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/ProductA.obj</a:t>
            </a: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!Show 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BasicText</a:t>
            </a:r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/ProductDisplays.txt;</a:t>
            </a: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!Show 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BasicText</a:t>
            </a:r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/Links.txt;</a:t>
            </a:r>
          </a:p>
          <a:p>
            <a:r>
              <a:rPr lang="en-GB" sz="1400" i="1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GB" sz="1400" i="1" dirty="0">
                <a:solidFill>
                  <a:schemeClr val="accent6">
                    <a:lumMod val="75000"/>
                  </a:schemeClr>
                </a:solidFill>
              </a:rPr>
              <a:t>!- Show : </a:t>
            </a:r>
            <a:r>
              <a:rPr lang="en-GB" sz="1400" i="1" dirty="0" err="1">
                <a:solidFill>
                  <a:schemeClr val="accent6">
                    <a:lumMod val="75000"/>
                  </a:schemeClr>
                </a:solidFill>
              </a:rPr>
              <a:t>BasicText</a:t>
            </a:r>
            <a:r>
              <a:rPr lang="en-GB" sz="1400" i="1" dirty="0">
                <a:solidFill>
                  <a:schemeClr val="accent6">
                    <a:lumMod val="75000"/>
                  </a:schemeClr>
                </a:solidFill>
              </a:rPr>
              <a:t>/Info.txt;_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Hello, I am the text that was in the info file and ill mean something eventually </a:t>
            </a: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!Show ItDoesntMakeMuchSenseButICanContainLinksToo.BMP</a:t>
            </a:r>
            <a:endParaRPr lang="en-GB" sz="1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The buttons above me still work, but once I’m finished displaying, I will show a new button that will display the options above me:</a:t>
            </a:r>
          </a:p>
          <a:p>
            <a:r>
              <a:rPr lang="en-GB" sz="14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!Return;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1266E4-725E-370C-5B85-B05A73BF1DE0}"/>
              </a:ext>
            </a:extLst>
          </p:cNvPr>
          <p:cNvSpPr txBox="1"/>
          <p:nvPr/>
        </p:nvSpPr>
        <p:spPr>
          <a:xfrm>
            <a:off x="6961062" y="329508"/>
            <a:ext cx="5453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Model viewer</a:t>
            </a:r>
            <a:r>
              <a:rPr lang="en-GB" sz="9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</a:t>
            </a:r>
            <a:r>
              <a:rPr lang="en-GB" sz="12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v</a:t>
            </a:r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– Info – Contacts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F4FAD8-0792-C7A4-B0C7-B3A101C8ACA2}"/>
              </a:ext>
            </a:extLst>
          </p:cNvPr>
          <p:cNvSpPr/>
          <p:nvPr/>
        </p:nvSpPr>
        <p:spPr>
          <a:xfrm>
            <a:off x="0" y="6217550"/>
            <a:ext cx="12192000" cy="6436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8C9861-E652-035D-B921-0817DA4B5E88}"/>
              </a:ext>
            </a:extLst>
          </p:cNvPr>
          <p:cNvSpPr txBox="1"/>
          <p:nvPr/>
        </p:nvSpPr>
        <p:spPr>
          <a:xfrm>
            <a:off x="112929" y="6302183"/>
            <a:ext cx="3906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RetroWare</a:t>
            </a:r>
            <a:r>
              <a:rPr lang="en-GB" sz="14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– View more, cheaper.</a:t>
            </a:r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</a:t>
            </a:r>
            <a:endParaRPr lang="en-GB" dirty="0">
              <a:solidFill>
                <a:schemeClr val="bg2">
                  <a:lumMod val="90000"/>
                </a:schemeClr>
              </a:solidFill>
              <a:latin typeface="OCRB" panose="020B0609020202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8391E5-6DF0-0815-7650-154D441D3730}"/>
              </a:ext>
            </a:extLst>
          </p:cNvPr>
          <p:cNvSpPr txBox="1"/>
          <p:nvPr/>
        </p:nvSpPr>
        <p:spPr>
          <a:xfrm>
            <a:off x="8285516" y="6302183"/>
            <a:ext cx="3906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RTR0_store 1.3.4c</a:t>
            </a:r>
            <a:endParaRPr lang="en-GB" dirty="0">
              <a:solidFill>
                <a:schemeClr val="bg2">
                  <a:lumMod val="90000"/>
                </a:schemeClr>
              </a:solidFill>
              <a:latin typeface="OCRB" panose="020B06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593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D8F9F-8DE8-42AC-6543-C8EE2243E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bbon: Curved and Tilted Up 16">
            <a:extLst>
              <a:ext uri="{FF2B5EF4-FFF2-40B4-BE49-F238E27FC236}">
                <a16:creationId xmlns:a16="http://schemas.microsoft.com/office/drawing/2014/main" id="{02488444-B0C8-5835-B4AA-EAB26D2E7F74}"/>
              </a:ext>
            </a:extLst>
          </p:cNvPr>
          <p:cNvSpPr/>
          <p:nvPr/>
        </p:nvSpPr>
        <p:spPr>
          <a:xfrm>
            <a:off x="2912961" y="2556833"/>
            <a:ext cx="3147038" cy="2355074"/>
          </a:xfrm>
          <a:prstGeom prst="ellipseRibbon2">
            <a:avLst>
              <a:gd name="adj1" fmla="val 20531"/>
              <a:gd name="adj2" fmla="val 50000"/>
              <a:gd name="adj3" fmla="val 12500"/>
            </a:avLst>
          </a:prstGeom>
          <a:solidFill>
            <a:schemeClr val="tx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DF25F-2002-85A9-1E65-F2D5E96FFBE2}"/>
              </a:ext>
            </a:extLst>
          </p:cNvPr>
          <p:cNvSpPr/>
          <p:nvPr/>
        </p:nvSpPr>
        <p:spPr>
          <a:xfrm>
            <a:off x="0" y="1"/>
            <a:ext cx="12192000" cy="105912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AAEA3-3AB4-3941-3179-5D5BFDE89E6D}"/>
              </a:ext>
            </a:extLst>
          </p:cNvPr>
          <p:cNvSpPr/>
          <p:nvPr/>
        </p:nvSpPr>
        <p:spPr>
          <a:xfrm>
            <a:off x="0" y="1059125"/>
            <a:ext cx="12192000" cy="57988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E97D5A-36D0-669F-D6A4-622AE2F4B461}"/>
              </a:ext>
            </a:extLst>
          </p:cNvPr>
          <p:cNvSpPr txBox="1"/>
          <p:nvPr/>
        </p:nvSpPr>
        <p:spPr>
          <a:xfrm>
            <a:off x="78941" y="114065"/>
            <a:ext cx="5453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err="1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RetroWare.STORE</a:t>
            </a:r>
            <a:endParaRPr lang="en-GB" sz="2800" dirty="0">
              <a:solidFill>
                <a:schemeClr val="bg2">
                  <a:lumMod val="90000"/>
                </a:schemeClr>
              </a:solidFill>
              <a:latin typeface="OCRB" panose="020B0609020202020204" pitchFamily="49" charset="0"/>
            </a:endParaRPr>
          </a:p>
          <a:p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The best tech since 19XX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B9A28-B9D6-17BB-F0F6-A5B40239EA77}"/>
              </a:ext>
            </a:extLst>
          </p:cNvPr>
          <p:cNvSpPr txBox="1"/>
          <p:nvPr/>
        </p:nvSpPr>
        <p:spPr>
          <a:xfrm>
            <a:off x="6961062" y="329508"/>
            <a:ext cx="54535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Model viewer</a:t>
            </a:r>
            <a:r>
              <a:rPr lang="en-GB" sz="9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</a:t>
            </a:r>
            <a:r>
              <a:rPr lang="en-GB" sz="12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v</a:t>
            </a:r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– Info – Contacts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0019AC-FEA6-860E-DA75-AED6FE2FC335}"/>
              </a:ext>
            </a:extLst>
          </p:cNvPr>
          <p:cNvSpPr/>
          <p:nvPr/>
        </p:nvSpPr>
        <p:spPr>
          <a:xfrm>
            <a:off x="0" y="6217550"/>
            <a:ext cx="12192000" cy="6436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2B720-BD8E-F1F1-C0D7-310B44664F87}"/>
              </a:ext>
            </a:extLst>
          </p:cNvPr>
          <p:cNvSpPr txBox="1"/>
          <p:nvPr/>
        </p:nvSpPr>
        <p:spPr>
          <a:xfrm>
            <a:off x="112929" y="6302183"/>
            <a:ext cx="3906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RetroWare</a:t>
            </a:r>
            <a:r>
              <a:rPr lang="en-GB" sz="14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– View more, cheaper.</a:t>
            </a:r>
            <a:r>
              <a:rPr lang="en-GB" sz="20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 </a:t>
            </a:r>
            <a:endParaRPr lang="en-GB" dirty="0">
              <a:solidFill>
                <a:schemeClr val="bg2">
                  <a:lumMod val="90000"/>
                </a:schemeClr>
              </a:solidFill>
              <a:latin typeface="OCRB" panose="020B0609020202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26655D-5171-2457-674E-0905366BCD2C}"/>
              </a:ext>
            </a:extLst>
          </p:cNvPr>
          <p:cNvSpPr txBox="1"/>
          <p:nvPr/>
        </p:nvSpPr>
        <p:spPr>
          <a:xfrm>
            <a:off x="8285516" y="6302183"/>
            <a:ext cx="3906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bg2">
                    <a:lumMod val="90000"/>
                  </a:schemeClr>
                </a:solidFill>
                <a:latin typeface="OCRB" panose="020B0609020202020204" pitchFamily="49" charset="0"/>
              </a:rPr>
              <a:t>RTR0_store 1.3.4c</a:t>
            </a:r>
            <a:endParaRPr lang="en-GB" dirty="0">
              <a:solidFill>
                <a:schemeClr val="bg2">
                  <a:lumMod val="90000"/>
                </a:schemeClr>
              </a:solidFill>
              <a:latin typeface="OCRB" panose="020B060902020202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A7FEE1-3FE3-5BBF-3A41-F62BAE6CEB56}"/>
              </a:ext>
            </a:extLst>
          </p:cNvPr>
          <p:cNvSpPr txBox="1"/>
          <p:nvPr/>
        </p:nvSpPr>
        <p:spPr>
          <a:xfrm>
            <a:off x="9050802" y="1059125"/>
            <a:ext cx="314119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ModelView</a:t>
            </a:r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/ProductA.obj</a:t>
            </a:r>
          </a:p>
          <a:p>
            <a:endParaRPr lang="en-GB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ButtonToDoSomething</a:t>
            </a:r>
            <a:endParaRPr lang="en-GB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ButtonToDoSomething</a:t>
            </a:r>
            <a:endParaRPr lang="en-GB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ButtonToDoSomething</a:t>
            </a:r>
            <a:endParaRPr lang="en-GB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ButtonToDoSomething</a:t>
            </a:r>
            <a:endParaRPr lang="en-GB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GB" sz="1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!</a:t>
            </a:r>
            <a:r>
              <a:rPr lang="en-GB" sz="1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ButtonToDoSomething</a:t>
            </a:r>
            <a:endParaRPr lang="en-GB" sz="1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8758E-31E0-A7C3-479F-014B882E9574}"/>
              </a:ext>
            </a:extLst>
          </p:cNvPr>
          <p:cNvSpPr/>
          <p:nvPr/>
        </p:nvSpPr>
        <p:spPr>
          <a:xfrm>
            <a:off x="8972960" y="1055950"/>
            <a:ext cx="77843" cy="515842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3B0B8-BBD7-5C86-8B2D-6B371BA7A282}"/>
              </a:ext>
            </a:extLst>
          </p:cNvPr>
          <p:cNvSpPr/>
          <p:nvPr/>
        </p:nvSpPr>
        <p:spPr>
          <a:xfrm>
            <a:off x="9050802" y="2773625"/>
            <a:ext cx="3141197" cy="87987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49F654-D3B3-30A1-E48A-680E24B756EC}"/>
              </a:ext>
            </a:extLst>
          </p:cNvPr>
          <p:cNvSpPr txBox="1"/>
          <p:nvPr/>
        </p:nvSpPr>
        <p:spPr>
          <a:xfrm>
            <a:off x="9050802" y="2946245"/>
            <a:ext cx="29379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!- </a:t>
            </a:r>
            <a:r>
              <a:rPr lang="en-GB" sz="1100" dirty="0" err="1">
                <a:solidFill>
                  <a:schemeClr val="accent6">
                    <a:lumMod val="75000"/>
                  </a:schemeClr>
                </a:solidFill>
              </a:rPr>
              <a:t>ButtonPressed-displayfeedback</a:t>
            </a:r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!- </a:t>
            </a:r>
            <a:r>
              <a:rPr lang="en-GB" sz="1100" dirty="0" err="1">
                <a:solidFill>
                  <a:schemeClr val="accent6">
                    <a:lumMod val="75000"/>
                  </a:schemeClr>
                </a:solidFill>
              </a:rPr>
              <a:t>ButtonPressed-displayfeedback</a:t>
            </a:r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. A is now B</a:t>
            </a:r>
          </a:p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!- </a:t>
            </a:r>
            <a:r>
              <a:rPr lang="en-GB" sz="1100" dirty="0" err="1">
                <a:solidFill>
                  <a:schemeClr val="accent6">
                    <a:lumMod val="75000"/>
                  </a:schemeClr>
                </a:solidFill>
              </a:rPr>
              <a:t>ButtonPressed-displayfeedback</a:t>
            </a:r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;</a:t>
            </a:r>
          </a:p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.</a:t>
            </a:r>
          </a:p>
          <a:p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!- </a:t>
            </a:r>
            <a:r>
              <a:rPr lang="en-GB" sz="1100" dirty="0" err="1">
                <a:solidFill>
                  <a:schemeClr val="accent6">
                    <a:lumMod val="75000"/>
                  </a:schemeClr>
                </a:solidFill>
              </a:rPr>
              <a:t>ButtonPressed-displayfeedback</a:t>
            </a:r>
            <a:r>
              <a:rPr lang="en-GB" sz="1100" dirty="0">
                <a:solidFill>
                  <a:schemeClr val="accent6">
                    <a:lumMod val="75000"/>
                  </a:schemeClr>
                </a:solidFill>
              </a:rPr>
              <a:t>;</a:t>
            </a:r>
            <a:endParaRPr lang="en-GB" sz="1100" dirty="0"/>
          </a:p>
        </p:txBody>
      </p:sp>
      <p:sp>
        <p:nvSpPr>
          <p:cNvPr id="15" name="Ribbon: Curved and Tilted Up 14">
            <a:extLst>
              <a:ext uri="{FF2B5EF4-FFF2-40B4-BE49-F238E27FC236}">
                <a16:creationId xmlns:a16="http://schemas.microsoft.com/office/drawing/2014/main" id="{13A5C320-97F6-1B26-5565-33E9AA6669E6}"/>
              </a:ext>
            </a:extLst>
          </p:cNvPr>
          <p:cNvSpPr/>
          <p:nvPr/>
        </p:nvSpPr>
        <p:spPr>
          <a:xfrm>
            <a:off x="2783405" y="2472200"/>
            <a:ext cx="3147038" cy="2355074"/>
          </a:xfrm>
          <a:prstGeom prst="ellipseRibbon2">
            <a:avLst>
              <a:gd name="adj1" fmla="val 20531"/>
              <a:gd name="adj2" fmla="val 50000"/>
              <a:gd name="adj3" fmla="val 12500"/>
            </a:avLst>
          </a:prstGeom>
          <a:solidFill>
            <a:schemeClr val="tx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bbon: Curved and Tilted Up 15">
            <a:extLst>
              <a:ext uri="{FF2B5EF4-FFF2-40B4-BE49-F238E27FC236}">
                <a16:creationId xmlns:a16="http://schemas.microsoft.com/office/drawing/2014/main" id="{83A14AE7-40B7-B236-44DC-07320F8B4E78}"/>
              </a:ext>
            </a:extLst>
          </p:cNvPr>
          <p:cNvSpPr/>
          <p:nvPr/>
        </p:nvSpPr>
        <p:spPr>
          <a:xfrm>
            <a:off x="3008167" y="2633202"/>
            <a:ext cx="3147038" cy="2355074"/>
          </a:xfrm>
          <a:prstGeom prst="ellipseRibbon2">
            <a:avLst>
              <a:gd name="adj1" fmla="val 20531"/>
              <a:gd name="adj2" fmla="val 50000"/>
              <a:gd name="adj3" fmla="val 12500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66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Widescreen</PresentationFormat>
  <Paragraphs>48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OCRB</vt:lpstr>
      <vt:lpstr>Office Theme</vt:lpstr>
      <vt:lpstr>PowerPoint Presentation</vt:lpstr>
      <vt:lpstr>PowerPoint Presentation</vt:lpstr>
    </vt:vector>
  </TitlesOfParts>
  <Company>University of Sussex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Callum Hemsley</dc:creator>
  <cp:lastModifiedBy>Callum Hemsley</cp:lastModifiedBy>
  <cp:revision>5</cp:revision>
  <dcterms:created xsi:type="dcterms:W3CDTF">2026-02-06T09:16:18Z</dcterms:created>
  <dcterms:modified xsi:type="dcterms:W3CDTF">2026-02-06T10:17:41Z</dcterms:modified>
</cp:coreProperties>
</file>